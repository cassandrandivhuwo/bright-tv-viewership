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AD17F-7CCB-4805-9D56-EBD83647EFA2}" v="7" dt="2026-04-24T16:49:2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tshiendeulu Ndivhuwo" userId="d4051d84-066e-47d2-9487-76d69b5539eb" providerId="ADAL" clId="{F08F3200-B49B-4561-9DE7-E262C1A20D94}"/>
    <pc:docChg chg="undo redo custSel modSld">
      <pc:chgData name="Netshiendeulu Ndivhuwo" userId="d4051d84-066e-47d2-9487-76d69b5539eb" providerId="ADAL" clId="{F08F3200-B49B-4561-9DE7-E262C1A20D94}" dt="2026-04-24T17:41:02.520" v="5189" actId="20577"/>
      <pc:docMkLst>
        <pc:docMk/>
      </pc:docMkLst>
      <pc:sldChg chg="modSp mod">
        <pc:chgData name="Netshiendeulu Ndivhuwo" userId="d4051d84-066e-47d2-9487-76d69b5539eb" providerId="ADAL" clId="{F08F3200-B49B-4561-9DE7-E262C1A20D94}" dt="2026-04-24T13:01:33.466" v="5042" actId="20577"/>
        <pc:sldMkLst>
          <pc:docMk/>
          <pc:sldMk cId="3202210821" sldId="258"/>
        </pc:sldMkLst>
        <pc:spChg chg="mod">
          <ac:chgData name="Netshiendeulu Ndivhuwo" userId="d4051d84-066e-47d2-9487-76d69b5539eb" providerId="ADAL" clId="{F08F3200-B49B-4561-9DE7-E262C1A20D94}" dt="2026-04-24T13:01:33.466" v="5042" actId="20577"/>
          <ac:spMkLst>
            <pc:docMk/>
            <pc:sldMk cId="3202210821" sldId="258"/>
            <ac:spMk id="3" creationId="{AE6C6401-2EA5-9D0F-8D25-F90A68B8A1D0}"/>
          </ac:spMkLst>
        </pc:spChg>
      </pc:sldChg>
      <pc:sldChg chg="modSp mod">
        <pc:chgData name="Netshiendeulu Ndivhuwo" userId="d4051d84-066e-47d2-9487-76d69b5539eb" providerId="ADAL" clId="{F08F3200-B49B-4561-9DE7-E262C1A20D94}" dt="2026-04-24T17:41:02.520" v="5189" actId="20577"/>
        <pc:sldMkLst>
          <pc:docMk/>
          <pc:sldMk cId="1286463026" sldId="259"/>
        </pc:sldMkLst>
        <pc:spChg chg="mod">
          <ac:chgData name="Netshiendeulu Ndivhuwo" userId="d4051d84-066e-47d2-9487-76d69b5539eb" providerId="ADAL" clId="{F08F3200-B49B-4561-9DE7-E262C1A20D94}" dt="2026-04-24T17:41:02.520" v="5189" actId="20577"/>
          <ac:spMkLst>
            <pc:docMk/>
            <pc:sldMk cId="1286463026" sldId="259"/>
            <ac:spMk id="3" creationId="{CB569CAA-9F59-B58A-EB34-A6F9341E84E6}"/>
          </ac:spMkLst>
        </pc:spChg>
      </pc:sldChg>
      <pc:sldChg chg="addSp delSp modSp mod">
        <pc:chgData name="Netshiendeulu Ndivhuwo" userId="d4051d84-066e-47d2-9487-76d69b5539eb" providerId="ADAL" clId="{F08F3200-B49B-4561-9DE7-E262C1A20D94}" dt="2026-04-24T12:17:47.151" v="3289" actId="20577"/>
        <pc:sldMkLst>
          <pc:docMk/>
          <pc:sldMk cId="1927129001" sldId="260"/>
        </pc:sldMkLst>
        <pc:spChg chg="add mod">
          <ac:chgData name="Netshiendeulu Ndivhuwo" userId="d4051d84-066e-47d2-9487-76d69b5539eb" providerId="ADAL" clId="{F08F3200-B49B-4561-9DE7-E262C1A20D94}" dt="2026-04-19T01:47:14.279" v="490" actId="692"/>
          <ac:spMkLst>
            <pc:docMk/>
            <pc:sldMk cId="1927129001" sldId="260"/>
            <ac:spMk id="3" creationId="{BDA304DB-4D76-CB9B-D108-7CBB79CD28E4}"/>
          </ac:spMkLst>
        </pc:spChg>
        <pc:spChg chg="mod">
          <ac:chgData name="Netshiendeulu Ndivhuwo" userId="d4051d84-066e-47d2-9487-76d69b5539eb" providerId="ADAL" clId="{F08F3200-B49B-4561-9DE7-E262C1A20D94}" dt="2026-04-24T12:17:47.151" v="3289" actId="20577"/>
          <ac:spMkLst>
            <pc:docMk/>
            <pc:sldMk cId="1927129001" sldId="260"/>
            <ac:spMk id="4" creationId="{41B73F3A-3394-2F75-CB27-0C778960B2A4}"/>
          </ac:spMkLst>
        </pc:spChg>
        <pc:spChg chg="add del mod">
          <ac:chgData name="Netshiendeulu Ndivhuwo" userId="d4051d84-066e-47d2-9487-76d69b5539eb" providerId="ADAL" clId="{F08F3200-B49B-4561-9DE7-E262C1A20D94}" dt="2026-04-24T10:33:50.344" v="1159" actId="22"/>
          <ac:spMkLst>
            <pc:docMk/>
            <pc:sldMk cId="1927129001" sldId="260"/>
            <ac:spMk id="6" creationId="{B05FB730-E50A-D222-5829-647F9C46E5D3}"/>
          </ac:spMkLst>
        </pc:spChg>
        <pc:spChg chg="mod">
          <ac:chgData name="Netshiendeulu Ndivhuwo" userId="d4051d84-066e-47d2-9487-76d69b5539eb" providerId="ADAL" clId="{F08F3200-B49B-4561-9DE7-E262C1A20D94}" dt="2026-04-24T10:32:24.804" v="1151" actId="14100"/>
          <ac:spMkLst>
            <pc:docMk/>
            <pc:sldMk cId="1927129001" sldId="260"/>
            <ac:spMk id="7" creationId="{87E95EC6-0529-D00E-3E00-D8845F3487C0}"/>
          </ac:spMkLst>
        </pc:spChg>
        <pc:picChg chg="add del mod ord">
          <ac:chgData name="Netshiendeulu Ndivhuwo" userId="d4051d84-066e-47d2-9487-76d69b5539eb" providerId="ADAL" clId="{F08F3200-B49B-4561-9DE7-E262C1A20D94}" dt="2026-04-24T10:33:11.598" v="1154" actId="22"/>
          <ac:picMkLst>
            <pc:docMk/>
            <pc:sldMk cId="1927129001" sldId="260"/>
            <ac:picMk id="9" creationId="{02248ADA-279B-E606-3CB4-2018D9E62A3A}"/>
          </ac:picMkLst>
        </pc:picChg>
        <pc:picChg chg="add del mod ord modCrop">
          <ac:chgData name="Netshiendeulu Ndivhuwo" userId="d4051d84-066e-47d2-9487-76d69b5539eb" providerId="ADAL" clId="{F08F3200-B49B-4561-9DE7-E262C1A20D94}" dt="2026-04-24T10:32:31.707" v="1152" actId="478"/>
          <ac:picMkLst>
            <pc:docMk/>
            <pc:sldMk cId="1927129001" sldId="260"/>
            <ac:picMk id="10" creationId="{E1D0552D-2F19-ED8E-7CD2-88B233A43A50}"/>
          </ac:picMkLst>
        </pc:picChg>
        <pc:picChg chg="add del mod ord">
          <ac:chgData name="Netshiendeulu Ndivhuwo" userId="d4051d84-066e-47d2-9487-76d69b5539eb" providerId="ADAL" clId="{F08F3200-B49B-4561-9DE7-E262C1A20D94}" dt="2026-04-24T10:33:18.955" v="1156" actId="22"/>
          <ac:picMkLst>
            <pc:docMk/>
            <pc:sldMk cId="1927129001" sldId="260"/>
            <ac:picMk id="12" creationId="{D1548E43-3A67-94D9-00D5-51E118ACEF3B}"/>
          </ac:picMkLst>
        </pc:picChg>
        <pc:picChg chg="add del mod ord">
          <ac:chgData name="Netshiendeulu Ndivhuwo" userId="d4051d84-066e-47d2-9487-76d69b5539eb" providerId="ADAL" clId="{F08F3200-B49B-4561-9DE7-E262C1A20D94}" dt="2026-04-24T10:33:31.959" v="1158" actId="22"/>
          <ac:picMkLst>
            <pc:docMk/>
            <pc:sldMk cId="1927129001" sldId="260"/>
            <ac:picMk id="14" creationId="{3A83DF9E-8015-731F-AA41-D0AD7F19EF53}"/>
          </ac:picMkLst>
        </pc:picChg>
        <pc:picChg chg="add mod ord">
          <ac:chgData name="Netshiendeulu Ndivhuwo" userId="d4051d84-066e-47d2-9487-76d69b5539eb" providerId="ADAL" clId="{F08F3200-B49B-4561-9DE7-E262C1A20D94}" dt="2026-04-24T10:33:58.515" v="1161" actId="14100"/>
          <ac:picMkLst>
            <pc:docMk/>
            <pc:sldMk cId="1927129001" sldId="260"/>
            <ac:picMk id="16" creationId="{39F79A8E-C0D7-3AD7-697F-25641F50E6B3}"/>
          </ac:picMkLst>
        </pc:picChg>
      </pc:sldChg>
      <pc:sldChg chg="addSp delSp modSp mod">
        <pc:chgData name="Netshiendeulu Ndivhuwo" userId="d4051d84-066e-47d2-9487-76d69b5539eb" providerId="ADAL" clId="{F08F3200-B49B-4561-9DE7-E262C1A20D94}" dt="2026-04-24T12:20:02.978" v="3348" actId="20577"/>
        <pc:sldMkLst>
          <pc:docMk/>
          <pc:sldMk cId="998085612" sldId="261"/>
        </pc:sldMkLst>
        <pc:spChg chg="mod">
          <ac:chgData name="Netshiendeulu Ndivhuwo" userId="d4051d84-066e-47d2-9487-76d69b5539eb" providerId="ADAL" clId="{F08F3200-B49B-4561-9DE7-E262C1A20D94}" dt="2026-04-24T12:20:02.978" v="3348" actId="20577"/>
          <ac:spMkLst>
            <pc:docMk/>
            <pc:sldMk cId="998085612" sldId="261"/>
            <ac:spMk id="4" creationId="{4686FF81-1B45-0031-7678-ED270900C6FE}"/>
          </ac:spMkLst>
        </pc:spChg>
        <pc:picChg chg="add del mod">
          <ac:chgData name="Netshiendeulu Ndivhuwo" userId="d4051d84-066e-47d2-9487-76d69b5539eb" providerId="ADAL" clId="{F08F3200-B49B-4561-9DE7-E262C1A20D94}" dt="2026-04-24T11:20:20.146" v="2099" actId="478"/>
          <ac:picMkLst>
            <pc:docMk/>
            <pc:sldMk cId="998085612" sldId="261"/>
            <ac:picMk id="5" creationId="{90D0F35D-F00C-F457-A69A-8F028CF0291A}"/>
          </ac:picMkLst>
        </pc:picChg>
        <pc:picChg chg="add mod">
          <ac:chgData name="Netshiendeulu Ndivhuwo" userId="d4051d84-066e-47d2-9487-76d69b5539eb" providerId="ADAL" clId="{F08F3200-B49B-4561-9DE7-E262C1A20D94}" dt="2026-04-24T11:21:14.666" v="2102" actId="14100"/>
          <ac:picMkLst>
            <pc:docMk/>
            <pc:sldMk cId="998085612" sldId="261"/>
            <ac:picMk id="6" creationId="{29D6A30D-A362-3C47-7EBA-6623647F7589}"/>
          </ac:picMkLst>
        </pc:picChg>
        <pc:picChg chg="del mod">
          <ac:chgData name="Netshiendeulu Ndivhuwo" userId="d4051d84-066e-47d2-9487-76d69b5539eb" providerId="ADAL" clId="{F08F3200-B49B-4561-9DE7-E262C1A20D94}" dt="2026-04-24T11:23:29.789" v="2195" actId="478"/>
          <ac:picMkLst>
            <pc:docMk/>
            <pc:sldMk cId="998085612" sldId="261"/>
            <ac:picMk id="8" creationId="{8F9BF0AE-FA20-8A4C-484E-74DD2B65AFA3}"/>
          </ac:picMkLst>
        </pc:picChg>
        <pc:picChg chg="add del mod">
          <ac:chgData name="Netshiendeulu Ndivhuwo" userId="d4051d84-066e-47d2-9487-76d69b5539eb" providerId="ADAL" clId="{F08F3200-B49B-4561-9DE7-E262C1A20D94}" dt="2026-04-24T11:50:18.491" v="2463" actId="478"/>
          <ac:picMkLst>
            <pc:docMk/>
            <pc:sldMk cId="998085612" sldId="261"/>
            <ac:picMk id="9" creationId="{3EC8911D-6A28-9151-6B4E-48DABBD301CF}"/>
          </ac:picMkLst>
        </pc:picChg>
        <pc:picChg chg="add mod">
          <ac:chgData name="Netshiendeulu Ndivhuwo" userId="d4051d84-066e-47d2-9487-76d69b5539eb" providerId="ADAL" clId="{F08F3200-B49B-4561-9DE7-E262C1A20D94}" dt="2026-04-24T11:50:50.054" v="2469" actId="14100"/>
          <ac:picMkLst>
            <pc:docMk/>
            <pc:sldMk cId="998085612" sldId="261"/>
            <ac:picMk id="11" creationId="{1676C04C-B259-5387-2549-8FAD9B8DED2E}"/>
          </ac:picMkLst>
        </pc:picChg>
      </pc:sldChg>
      <pc:sldChg chg="addSp delSp modSp mod">
        <pc:chgData name="Netshiendeulu Ndivhuwo" userId="d4051d84-066e-47d2-9487-76d69b5539eb" providerId="ADAL" clId="{F08F3200-B49B-4561-9DE7-E262C1A20D94}" dt="2026-04-24T13:08:20.779" v="5050" actId="20577"/>
        <pc:sldMkLst>
          <pc:docMk/>
          <pc:sldMk cId="1848308623" sldId="262"/>
        </pc:sldMkLst>
        <pc:spChg chg="mod">
          <ac:chgData name="Netshiendeulu Ndivhuwo" userId="d4051d84-066e-47d2-9487-76d69b5539eb" providerId="ADAL" clId="{F08F3200-B49B-4561-9DE7-E262C1A20D94}" dt="2026-04-24T13:08:20.779" v="5050" actId="20577"/>
          <ac:spMkLst>
            <pc:docMk/>
            <pc:sldMk cId="1848308623" sldId="262"/>
            <ac:spMk id="4" creationId="{C4F38413-12DD-BDA3-3140-A62ABC16A814}"/>
          </ac:spMkLst>
        </pc:spChg>
        <pc:picChg chg="add mod">
          <ac:chgData name="Netshiendeulu Ndivhuwo" userId="d4051d84-066e-47d2-9487-76d69b5539eb" providerId="ADAL" clId="{F08F3200-B49B-4561-9DE7-E262C1A20D94}" dt="2026-04-24T11:29:06.672" v="2279" actId="14100"/>
          <ac:picMkLst>
            <pc:docMk/>
            <pc:sldMk cId="1848308623" sldId="262"/>
            <ac:picMk id="5" creationId="{945FBEF8-A8D8-6956-0D18-0E1C9D849320}"/>
          </ac:picMkLst>
        </pc:picChg>
        <pc:picChg chg="del">
          <ac:chgData name="Netshiendeulu Ndivhuwo" userId="d4051d84-066e-47d2-9487-76d69b5539eb" providerId="ADAL" clId="{F08F3200-B49B-4561-9DE7-E262C1A20D94}" dt="2026-04-24T11:28:32.193" v="2276" actId="478"/>
          <ac:picMkLst>
            <pc:docMk/>
            <pc:sldMk cId="1848308623" sldId="262"/>
            <ac:picMk id="8" creationId="{3F49E762-6B85-FFFF-AC9A-F55DAD973DFD}"/>
          </ac:picMkLst>
        </pc:picChg>
      </pc:sldChg>
      <pc:sldChg chg="addSp delSp modSp mod">
        <pc:chgData name="Netshiendeulu Ndivhuwo" userId="d4051d84-066e-47d2-9487-76d69b5539eb" providerId="ADAL" clId="{F08F3200-B49B-4561-9DE7-E262C1A20D94}" dt="2026-04-24T12:20:23.583" v="3351" actId="20577"/>
        <pc:sldMkLst>
          <pc:docMk/>
          <pc:sldMk cId="1189190206" sldId="263"/>
        </pc:sldMkLst>
        <pc:spChg chg="mod">
          <ac:chgData name="Netshiendeulu Ndivhuwo" userId="d4051d84-066e-47d2-9487-76d69b5539eb" providerId="ADAL" clId="{F08F3200-B49B-4561-9DE7-E262C1A20D94}" dt="2026-04-24T12:20:23.583" v="3351" actId="20577"/>
          <ac:spMkLst>
            <pc:docMk/>
            <pc:sldMk cId="1189190206" sldId="263"/>
            <ac:spMk id="4" creationId="{EB8E5A7D-73FD-D3FC-909B-27097894456E}"/>
          </ac:spMkLst>
        </pc:spChg>
        <pc:picChg chg="add del mod">
          <ac:chgData name="Netshiendeulu Ndivhuwo" userId="d4051d84-066e-47d2-9487-76d69b5539eb" providerId="ADAL" clId="{F08F3200-B49B-4561-9DE7-E262C1A20D94}" dt="2026-04-24T11:51:41.374" v="2476" actId="478"/>
          <ac:picMkLst>
            <pc:docMk/>
            <pc:sldMk cId="1189190206" sldId="263"/>
            <ac:picMk id="5" creationId="{7A80BC55-E04D-4F53-0097-955777E63E68}"/>
          </ac:picMkLst>
        </pc:picChg>
        <pc:picChg chg="del">
          <ac:chgData name="Netshiendeulu Ndivhuwo" userId="d4051d84-066e-47d2-9487-76d69b5539eb" providerId="ADAL" clId="{F08F3200-B49B-4561-9DE7-E262C1A20D94}" dt="2026-04-24T11:32:49.963" v="2362" actId="478"/>
          <ac:picMkLst>
            <pc:docMk/>
            <pc:sldMk cId="1189190206" sldId="263"/>
            <ac:picMk id="6" creationId="{E2AD6554-CACF-A55E-77A2-1C265B9AB920}"/>
          </ac:picMkLst>
        </pc:picChg>
        <pc:picChg chg="add mod">
          <ac:chgData name="Netshiendeulu Ndivhuwo" userId="d4051d84-066e-47d2-9487-76d69b5539eb" providerId="ADAL" clId="{F08F3200-B49B-4561-9DE7-E262C1A20D94}" dt="2026-04-24T11:51:55.001" v="2480" actId="14100"/>
          <ac:picMkLst>
            <pc:docMk/>
            <pc:sldMk cId="1189190206" sldId="263"/>
            <ac:picMk id="8" creationId="{6195472D-8AF1-8BE9-6705-6EB03A9FBE69}"/>
          </ac:picMkLst>
        </pc:picChg>
      </pc:sldChg>
      <pc:sldChg chg="modSp mod">
        <pc:chgData name="Netshiendeulu Ndivhuwo" userId="d4051d84-066e-47d2-9487-76d69b5539eb" providerId="ADAL" clId="{F08F3200-B49B-4561-9DE7-E262C1A20D94}" dt="2026-04-24T12:51:42.195" v="4874" actId="20577"/>
        <pc:sldMkLst>
          <pc:docMk/>
          <pc:sldMk cId="4264869151" sldId="266"/>
        </pc:sldMkLst>
        <pc:spChg chg="mod">
          <ac:chgData name="Netshiendeulu Ndivhuwo" userId="d4051d84-066e-47d2-9487-76d69b5539eb" providerId="ADAL" clId="{F08F3200-B49B-4561-9DE7-E262C1A20D94}" dt="2026-04-24T12:51:42.195" v="4874" actId="20577"/>
          <ac:spMkLst>
            <pc:docMk/>
            <pc:sldMk cId="4264869151" sldId="266"/>
            <ac:spMk id="3" creationId="{0340A4C0-3EC1-44E9-FA76-C28A8FA984ED}"/>
          </ac:spMkLst>
        </pc:spChg>
      </pc:sldChg>
      <pc:sldChg chg="addSp modSp mod">
        <pc:chgData name="Netshiendeulu Ndivhuwo" userId="d4051d84-066e-47d2-9487-76d69b5539eb" providerId="ADAL" clId="{F08F3200-B49B-4561-9DE7-E262C1A20D94}" dt="2026-04-24T16:49:38.167" v="5173" actId="20577"/>
        <pc:sldMkLst>
          <pc:docMk/>
          <pc:sldMk cId="3795537499" sldId="267"/>
        </pc:sldMkLst>
        <pc:spChg chg="add mod">
          <ac:chgData name="Netshiendeulu Ndivhuwo" userId="d4051d84-066e-47d2-9487-76d69b5539eb" providerId="ADAL" clId="{F08F3200-B49B-4561-9DE7-E262C1A20D94}" dt="2026-04-24T16:49:38.167" v="5173" actId="20577"/>
          <ac:spMkLst>
            <pc:docMk/>
            <pc:sldMk cId="3795537499" sldId="267"/>
            <ac:spMk id="3" creationId="{2632D9B9-6A10-2267-CC54-38F178EA10BE}"/>
          </ac:spMkLst>
        </pc:spChg>
      </pc:sldChg>
      <pc:sldChg chg="addSp delSp modSp mod">
        <pc:chgData name="Netshiendeulu Ndivhuwo" userId="d4051d84-066e-47d2-9487-76d69b5539eb" providerId="ADAL" clId="{F08F3200-B49B-4561-9DE7-E262C1A20D94}" dt="2026-04-24T12:53:15.045" v="4880" actId="692"/>
        <pc:sldMkLst>
          <pc:docMk/>
          <pc:sldMk cId="876411160" sldId="268"/>
        </pc:sldMkLst>
        <pc:spChg chg="mod">
          <ac:chgData name="Netshiendeulu Ndivhuwo" userId="d4051d84-066e-47d2-9487-76d69b5539eb" providerId="ADAL" clId="{F08F3200-B49B-4561-9DE7-E262C1A20D94}" dt="2026-04-24T12:51:06.874" v="4835" actId="20577"/>
          <ac:spMkLst>
            <pc:docMk/>
            <pc:sldMk cId="876411160" sldId="268"/>
            <ac:spMk id="8" creationId="{7D74B17F-F6D6-E40C-EEBC-89D8740E57A5}"/>
          </ac:spMkLst>
        </pc:spChg>
        <pc:graphicFrameChg chg="del mod">
          <ac:chgData name="Netshiendeulu Ndivhuwo" userId="d4051d84-066e-47d2-9487-76d69b5539eb" providerId="ADAL" clId="{F08F3200-B49B-4561-9DE7-E262C1A20D94}" dt="2026-04-24T11:08:12.593" v="1656" actId="478"/>
          <ac:graphicFrameMkLst>
            <pc:docMk/>
            <pc:sldMk cId="876411160" sldId="268"/>
            <ac:graphicFrameMk id="5" creationId="{B8546BF3-57AF-E4D8-E60A-B469DE266BE7}"/>
          </ac:graphicFrameMkLst>
        </pc:graphicFrameChg>
        <pc:graphicFrameChg chg="add mod">
          <ac:chgData name="Netshiendeulu Ndivhuwo" userId="d4051d84-066e-47d2-9487-76d69b5539eb" providerId="ADAL" clId="{F08F3200-B49B-4561-9DE7-E262C1A20D94}" dt="2026-04-24T12:53:15.045" v="4880" actId="692"/>
          <ac:graphicFrameMkLst>
            <pc:docMk/>
            <pc:sldMk cId="876411160" sldId="268"/>
            <ac:graphicFrameMk id="9" creationId="{A230EF21-E874-4107-64E2-2D18ABEECE1D}"/>
          </ac:graphicFrameMkLst>
        </pc:graphicFrameChg>
        <pc:picChg chg="add mod modCrop">
          <ac:chgData name="Netshiendeulu Ndivhuwo" userId="d4051d84-066e-47d2-9487-76d69b5539eb" providerId="ADAL" clId="{F08F3200-B49B-4561-9DE7-E262C1A20D94}" dt="2026-04-24T12:52:55.325" v="4879" actId="14100"/>
          <ac:picMkLst>
            <pc:docMk/>
            <pc:sldMk cId="876411160" sldId="268"/>
            <ac:picMk id="6" creationId="{470ECFF4-86C2-D33D-EE1D-405844DBFA28}"/>
          </ac:picMkLst>
        </pc:picChg>
        <pc:picChg chg="del">
          <ac:chgData name="Netshiendeulu Ndivhuwo" userId="d4051d84-066e-47d2-9487-76d69b5539eb" providerId="ADAL" clId="{F08F3200-B49B-4561-9DE7-E262C1A20D94}" dt="2026-04-24T10:46:12.179" v="1176" actId="478"/>
          <ac:picMkLst>
            <pc:docMk/>
            <pc:sldMk cId="876411160" sldId="268"/>
            <ac:picMk id="7" creationId="{DBD77A2A-E74E-884C-C929-287459494D44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[Bright_TV_visualisation.xlsx]Sheet1!PivotTable1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b="1"/>
              <a:t>Number</a:t>
            </a:r>
            <a:r>
              <a:rPr lang="en-ZA" b="1" baseline="0"/>
              <a:t> of Views by Day Name and time buckets</a:t>
            </a:r>
            <a:endParaRPr lang="en-ZA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3"/>
          </a:solidFill>
          <a:ln>
            <a:noFill/>
          </a:ln>
          <a:effectLst/>
        </c:spPr>
      </c:pivotFmt>
      <c:pivotFmt>
        <c:idx val="25"/>
        <c:spPr>
          <a:solidFill>
            <a:schemeClr val="accent4"/>
          </a:solidFill>
          <a:ln>
            <a:noFill/>
          </a:ln>
          <a:effectLst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1.Morning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Sheet1!$B$5:$B$12</c:f>
              <c:numCache>
                <c:formatCode>General</c:formatCode>
                <c:ptCount val="7"/>
                <c:pt idx="0">
                  <c:v>327</c:v>
                </c:pt>
                <c:pt idx="1">
                  <c:v>224</c:v>
                </c:pt>
                <c:pt idx="2">
                  <c:v>307</c:v>
                </c:pt>
                <c:pt idx="3">
                  <c:v>410</c:v>
                </c:pt>
                <c:pt idx="4">
                  <c:v>376</c:v>
                </c:pt>
                <c:pt idx="5">
                  <c:v>409</c:v>
                </c:pt>
                <c:pt idx="6">
                  <c:v>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4-4061-BF82-2DC2950128C9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2.Afternoon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Sheet1!$C$5:$C$12</c:f>
              <c:numCache>
                <c:formatCode>General</c:formatCode>
                <c:ptCount val="7"/>
                <c:pt idx="0">
                  <c:v>544</c:v>
                </c:pt>
                <c:pt idx="1">
                  <c:v>311</c:v>
                </c:pt>
                <c:pt idx="2">
                  <c:v>450</c:v>
                </c:pt>
                <c:pt idx="3">
                  <c:v>655</c:v>
                </c:pt>
                <c:pt idx="4">
                  <c:v>537</c:v>
                </c:pt>
                <c:pt idx="5">
                  <c:v>615</c:v>
                </c:pt>
                <c:pt idx="6">
                  <c:v>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04-4061-BF82-2DC2950128C9}"/>
            </c:ext>
          </c:extLst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3.Evening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Sheet1!$D$5:$D$12</c:f>
              <c:numCache>
                <c:formatCode>General</c:formatCode>
                <c:ptCount val="7"/>
                <c:pt idx="0">
                  <c:v>340</c:v>
                </c:pt>
                <c:pt idx="1">
                  <c:v>249</c:v>
                </c:pt>
                <c:pt idx="2">
                  <c:v>358</c:v>
                </c:pt>
                <c:pt idx="3">
                  <c:v>330</c:v>
                </c:pt>
                <c:pt idx="4">
                  <c:v>340</c:v>
                </c:pt>
                <c:pt idx="5">
                  <c:v>439</c:v>
                </c:pt>
                <c:pt idx="6">
                  <c:v>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4-4061-BF82-2DC2950128C9}"/>
            </c:ext>
          </c:extLst>
        </c:ser>
        <c:ser>
          <c:idx val="3"/>
          <c:order val="3"/>
          <c:tx>
            <c:strRef>
              <c:f>Sheet1!$E$3:$E$4</c:f>
              <c:strCache>
                <c:ptCount val="1"/>
                <c:pt idx="0">
                  <c:v>4.Night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Sheet1!$E$5:$E$12</c:f>
              <c:numCache>
                <c:formatCode>General</c:formatCode>
                <c:ptCount val="7"/>
                <c:pt idx="0">
                  <c:v>208</c:v>
                </c:pt>
                <c:pt idx="1">
                  <c:v>173</c:v>
                </c:pt>
                <c:pt idx="2">
                  <c:v>207</c:v>
                </c:pt>
                <c:pt idx="3">
                  <c:v>158</c:v>
                </c:pt>
                <c:pt idx="4">
                  <c:v>188</c:v>
                </c:pt>
                <c:pt idx="5">
                  <c:v>212</c:v>
                </c:pt>
                <c:pt idx="6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04-4061-BF82-2DC295012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265639391"/>
        <c:axId val="1265640351"/>
      </c:barChart>
      <c:catAx>
        <c:axId val="1265639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640351"/>
        <c:crosses val="autoZero"/>
        <c:auto val="1"/>
        <c:lblAlgn val="ctr"/>
        <c:lblOffset val="100"/>
        <c:noMultiLvlLbl val="0"/>
      </c:catAx>
      <c:valAx>
        <c:axId val="1265640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63939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24B5-FE6D-755D-1B91-956C4D61F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B8283-943F-4A21-949C-6FBCDE8B3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28504-1899-21B1-B8CF-F0DB932D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69DE8-ECA1-58A1-569A-1AC2EF91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7B1C-4C21-A9C5-525C-764E119C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35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7EF7-1521-E155-6FB3-85D29A4C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9EEBD-A587-5488-9EDF-5E07A8F10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5205B-0CFC-BAB1-A3F0-9E8B36D4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77D37-E649-ED92-9C68-5D380DC8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DD30D-0BEF-0B87-3EF6-DC7BC660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096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6E2C-9D59-18D1-4397-670F615F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63F42-9947-FD2C-B444-EC951BFB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8369C-000C-74FC-3912-24E25228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E9DDE-DC32-FA2D-0E80-9F1A27D0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F528A-DB26-7BAF-39F7-8C87D1A2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176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93A1-3A92-A233-0F31-B5D9BE72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F358A-175C-2EEE-51F1-8046C5113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1EDB9-D4B2-5BD3-CF96-84A127B60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C85B9-6112-B7EF-5AE5-EEC9E0C5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FB202-E2CB-9DA2-D79F-98F7F7F6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B1494-AE85-7199-69C1-5A65E9E3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769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4646-6C63-4864-9E45-DC88AFEBB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08229-0CB0-7D74-F627-4D88C5391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C9F82-45E8-A020-D922-CCF50A5C3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C9AFA-CADE-EE66-CD87-2C9E4A63F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9CA13-418B-B577-9E6C-BB3D7953D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58F99-883D-7A34-52E8-A6E9E3CCA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85A13-3585-166B-88B5-0568C90F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2B258-78E3-3088-F28F-BD93A50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517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3979-7165-2F52-5B2B-9045C54D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6F17E-EA7E-E384-906A-1F208947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37634-E7AB-4823-D848-B2FA9A99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C112B-1482-24D9-4871-A69F59E2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357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F012F-BC1E-2AA7-846C-A551B2FC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6BCB5-BA2D-CB33-83CC-C6535AE2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A50B-1FF7-9D26-48EA-2720454A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8967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3B30-BFBF-1CA2-39CC-EF62FAB71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EDFC-3FD9-5ADA-4E93-658A7D3B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1FDAE-4D13-28F9-B156-570F06956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3B4AD-74BC-B33A-3DE4-419552329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8FF3C-6956-9F3F-C157-58FDC172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004A9-6B59-BCF9-6904-2F1A6A4B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406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739E-1B27-09E8-5C2C-33F39E72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BEE5A-8F5D-19F9-4F4A-B8497999B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299D2-8803-4AB8-F4D3-AB5CDA7F2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A32E1-9CFC-E090-820E-A6ADB06D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68676-689D-B2A2-BCF3-8C199B4C4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F4B2A-145F-ED7E-A56B-2B73605E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915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86C7-AE0C-54EF-2120-10FF0135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6CA3C-1142-6AF5-D976-C7FE031A2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48A24-0F02-5953-71CE-EEB53854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DF6B1-720E-0D13-FE1C-B143455B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B7540-303A-4D5F-3502-77548DD62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894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F5D2B-6085-F507-E9B8-77CAFF63E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0AC18-2B23-2C8C-FDEC-6FDCB72F6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3A716-4FD1-2A02-AA7C-B4F3F5EF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4248D-3691-D15E-77C0-6E390B0A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33106-B23F-35ED-C1CB-285C2C3F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96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5B6F7-6082-2F46-4F44-2BCA2DB7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B7D61-A9BF-4077-3F3C-CFC88DD95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710E1-5ADE-420D-48DC-8F20E0BDC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F4D38-463A-0F14-7AC9-179B140C5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051CA-1A63-3958-182C-3B6CD35BC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71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ndivhuwonetshiendeulu@gmail.com" TargetMode="External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EC7F9-E7F5-DF97-075B-4678000CE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ZA" sz="8000">
                <a:solidFill>
                  <a:srgbClr val="FFFFFF"/>
                </a:solidFill>
              </a:rPr>
              <a:t>BRIGHT TV VIEWERSHIP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9785B-EE76-070B-72EB-EE7F6C073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ZA" sz="1000">
                <a:solidFill>
                  <a:srgbClr val="FFFFFF"/>
                </a:solidFill>
              </a:rPr>
              <a:t>Presenter: Ndivhuwo Netshiendeulu</a:t>
            </a:r>
          </a:p>
          <a:p>
            <a:pPr algn="l"/>
            <a:r>
              <a:rPr lang="en-ZA" sz="1000">
                <a:solidFill>
                  <a:srgbClr val="FFFFFF"/>
                </a:solidFill>
              </a:rPr>
              <a:t>Date 19 April 2026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40CD-406A-2CEA-8BF5-DA6A68A6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/>
              <a:t>Contents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5F99-E136-DDE5-8D7D-11754DEEB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GB" dirty="0"/>
              <a:t>Introduction</a:t>
            </a:r>
          </a:p>
          <a:p>
            <a:pPr marL="457200" indent="-457200">
              <a:buAutoNum type="arabicPeriod"/>
            </a:pPr>
            <a:r>
              <a:rPr lang="en-GB" dirty="0"/>
              <a:t>Data Systems</a:t>
            </a:r>
          </a:p>
          <a:p>
            <a:pPr marL="457200" indent="-457200">
              <a:buAutoNum type="arabicPeriod"/>
            </a:pPr>
            <a:r>
              <a:rPr lang="en-GB" dirty="0"/>
              <a:t>Analysis</a:t>
            </a:r>
          </a:p>
          <a:p>
            <a:pPr marL="457200" indent="-457200">
              <a:buAutoNum type="arabicPeriod"/>
            </a:pPr>
            <a:r>
              <a:rPr lang="en-GB" dirty="0"/>
              <a:t>Recommendations</a:t>
            </a:r>
          </a:p>
          <a:p>
            <a:pPr marL="457200" indent="-457200">
              <a:buAutoNum type="arabicPeriod"/>
            </a:pPr>
            <a:r>
              <a:rPr lang="en-GB" dirty="0"/>
              <a:t>Q&amp;A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076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6B68-9291-7BB7-8893-37E24E62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C6401-2EA5-9D0F-8D25-F90A68B8A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Bright TV is a media company where TV viewers subscribe to view different channel contents.</a:t>
            </a:r>
          </a:p>
          <a:p>
            <a:r>
              <a:rPr lang="en-GB" dirty="0"/>
              <a:t>The CEO wants to grow the company’s subscription base for this financial year.</a:t>
            </a:r>
          </a:p>
          <a:p>
            <a:r>
              <a:rPr lang="en-GB" dirty="0"/>
              <a:t>I am tasked to analyse 4 months historical data consisting of user profiles and viewership, in-order to understand Bright TV’s viewership trends.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Aim</a:t>
            </a:r>
          </a:p>
          <a:p>
            <a:r>
              <a:rPr lang="en-GB" dirty="0"/>
              <a:t>The aim of this project is to extract insights from the data and provide support to the Customer Value Management (CVM) team.</a:t>
            </a:r>
          </a:p>
          <a:p>
            <a:endParaRPr lang="en-ZA" dirty="0"/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022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CDDE1-4596-0DC0-785D-D6A0E66C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04"/>
            <a:ext cx="10515600" cy="1325563"/>
          </a:xfrm>
        </p:spPr>
        <p:txBody>
          <a:bodyPr/>
          <a:lstStyle/>
          <a:p>
            <a:pPr algn="ctr"/>
            <a:r>
              <a:rPr lang="en-ZA"/>
              <a:t>Data Systems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69CAA-9F59-B58A-EB34-A6F9341E8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312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ZA" b="1" dirty="0"/>
              <a:t>Project Planning </a:t>
            </a:r>
          </a:p>
          <a:p>
            <a:pPr marL="0" indent="0">
              <a:buNone/>
            </a:pPr>
            <a:r>
              <a:rPr lang="en-ZA" dirty="0"/>
              <a:t>-Miro for project planning (analysis process planning and process flow diagram)</a:t>
            </a:r>
          </a:p>
          <a:p>
            <a:pPr marL="0" indent="0">
              <a:buNone/>
            </a:pPr>
            <a:r>
              <a:rPr lang="en-ZA" dirty="0"/>
              <a:t>-Canva for project planning (project timeline on Gantt Chart)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b="1" dirty="0"/>
              <a:t>Data Processing</a:t>
            </a:r>
          </a:p>
          <a:p>
            <a:pPr marL="0" indent="0">
              <a:buNone/>
            </a:pPr>
            <a:r>
              <a:rPr lang="en-ZA" dirty="0"/>
              <a:t>-Databricks (SQL) 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b="1" dirty="0"/>
              <a:t>Data Visualisation</a:t>
            </a:r>
          </a:p>
          <a:p>
            <a:pPr marL="0" indent="0">
              <a:buNone/>
            </a:pPr>
            <a:r>
              <a:rPr lang="en-ZA" dirty="0"/>
              <a:t>-Microsoft Excel for Data Visualisation and Dashboard creation</a:t>
            </a:r>
          </a:p>
          <a:p>
            <a:pPr marL="0" indent="0">
              <a:buNone/>
            </a:pPr>
            <a:r>
              <a:rPr lang="en-ZA" dirty="0"/>
              <a:t>-Google </a:t>
            </a:r>
            <a:r>
              <a:rPr lang="en-ZA"/>
              <a:t>Looker Studio/ Data Studio </a:t>
            </a:r>
            <a:r>
              <a:rPr lang="en-ZA" dirty="0"/>
              <a:t>for Dashboard creation</a:t>
            </a:r>
          </a:p>
          <a:p>
            <a:pPr marL="0" indent="0">
              <a:buNone/>
            </a:pPr>
            <a:r>
              <a:rPr lang="en-ZA" dirty="0"/>
              <a:t>-Lovable AI for Dashboard creation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b="1" dirty="0"/>
              <a:t>Presentation</a:t>
            </a:r>
          </a:p>
          <a:p>
            <a:pPr marL="0" indent="0">
              <a:buNone/>
            </a:pPr>
            <a:r>
              <a:rPr lang="en-ZA" dirty="0"/>
              <a:t>-Microsoft PowerPoint</a:t>
            </a:r>
          </a:p>
          <a:p>
            <a:pPr marL="0" indent="0">
              <a:buNone/>
            </a:pPr>
            <a:r>
              <a:rPr lang="en-ZA" dirty="0"/>
              <a:t>-CANVA AI for presentation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8646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0AA5-9B07-874F-DDFA-CC14F48B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297"/>
            <a:ext cx="10515600" cy="790104"/>
          </a:xfrm>
        </p:spPr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73F3A-3394-2F75-CB27-0C778960B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10880" y="1684638"/>
            <a:ext cx="3733801" cy="47158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The total number of TV views is 10000 over the 4 months period.</a:t>
            </a:r>
          </a:p>
          <a:p>
            <a:r>
              <a:rPr lang="en-ZA" dirty="0"/>
              <a:t>There are 21 TV channels.</a:t>
            </a:r>
          </a:p>
          <a:p>
            <a:r>
              <a:rPr lang="en-ZA" dirty="0"/>
              <a:t>The most viewed channels are sports (</a:t>
            </a:r>
            <a:r>
              <a:rPr lang="en-ZA" dirty="0" err="1"/>
              <a:t>Supersport</a:t>
            </a:r>
            <a:r>
              <a:rPr lang="en-ZA" dirty="0"/>
              <a:t> Live Events with 1637 views) and ICC Cricket World Cup 2011 with 1464 views), followed by music (Channel O with 1050 views). 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95EC6-0529-D00E-3E00-D8845F3487C0}"/>
              </a:ext>
            </a:extLst>
          </p:cNvPr>
          <p:cNvSpPr txBox="1"/>
          <p:nvPr/>
        </p:nvSpPr>
        <p:spPr>
          <a:xfrm>
            <a:off x="205946" y="1114853"/>
            <a:ext cx="24051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/>
              <a:t>Total viewers: 10 000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304DB-4D76-CB9B-D108-7CBB79CD28E4}"/>
              </a:ext>
            </a:extLst>
          </p:cNvPr>
          <p:cNvSpPr txBox="1"/>
          <p:nvPr/>
        </p:nvSpPr>
        <p:spPr>
          <a:xfrm>
            <a:off x="2932670" y="1114853"/>
            <a:ext cx="20429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Total Channels: 21</a:t>
            </a:r>
            <a:endParaRPr lang="en-ZA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9F79A8E-C0D7-3AD7-697F-25641F50E6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1116" y="1965277"/>
            <a:ext cx="7869108" cy="333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2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4D2B-ACE4-7660-3B6F-3F81C291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22C3-8945-2D0A-9368-2448AD1C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281"/>
            <a:ext cx="10515600" cy="606561"/>
          </a:xfrm>
        </p:spPr>
        <p:txBody>
          <a:bodyPr>
            <a:normAutofit fontScale="90000"/>
          </a:bodyPr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9B4D-BE02-FC9B-7DAB-600EB7259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4B17F-F6D6-E40C-EEBC-89D8740E57A5}"/>
              </a:ext>
            </a:extLst>
          </p:cNvPr>
          <p:cNvSpPr txBox="1"/>
          <p:nvPr/>
        </p:nvSpPr>
        <p:spPr>
          <a:xfrm>
            <a:off x="7684851" y="695842"/>
            <a:ext cx="43168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There is an upward trend in the number of views from January (2199) which peaks in March (4816).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Friday (1675) is the highest consumption day of the week, followed by Saturday (1633) and Wednesday (1553).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Monday (957) is the lowest consumption day of the week.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Afternoon (3734) is the most popular time to view TV , followed by the evening (2482), while night (1329) is the least popular time to view TV.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ECFF4-86C2-D33D-EE1D-405844DBF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1"/>
          <a:stretch>
            <a:fillRect/>
          </a:stretch>
        </p:blipFill>
        <p:spPr>
          <a:xfrm>
            <a:off x="190282" y="681037"/>
            <a:ext cx="7346490" cy="2747963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230EF21-E874-4107-64E2-2D18ABEECE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04620"/>
              </p:ext>
            </p:extLst>
          </p:nvPr>
        </p:nvGraphicFramePr>
        <p:xfrm>
          <a:off x="190282" y="3514726"/>
          <a:ext cx="7277318" cy="318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6411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23D4-8367-D495-D192-BDDE9C1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177F-EB72-17F6-1A2A-909BA633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56"/>
            <a:ext cx="10515600" cy="864972"/>
          </a:xfrm>
        </p:spPr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6FF81-1B45-0031-7678-ED270900C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68416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The male gender has the highest views (8755), while female have low views (977).</a:t>
            </a:r>
          </a:p>
          <a:p>
            <a:r>
              <a:rPr lang="en-ZA" dirty="0"/>
              <a:t>It is hard to classify the None gender category because they did not provide enough information.</a:t>
            </a:r>
          </a:p>
          <a:p>
            <a:r>
              <a:rPr lang="en-ZA" dirty="0"/>
              <a:t>The Youth (5632) have the largest number of TV views, followed by adults (3776), while elders (53) are the lowest number of TV viewers.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6A30D-A362-3C47-7EBA-6623647F7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8" y="975923"/>
            <a:ext cx="5637098" cy="2781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76C04C-B259-5387-2549-8FAD9B8DE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09" y="3850306"/>
            <a:ext cx="5637098" cy="300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8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DC56-882B-0972-F04C-5C06B8C7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9F78-6E16-391C-0116-182C5EC6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38413-12DD-BDA3-3140-A62ABC16A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81" y="1955169"/>
            <a:ext cx="569878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The Black Race (43.3%) is the majority TV viewer, followed by Coloured (16.3%) and </a:t>
            </a:r>
            <a:r>
              <a:rPr lang="en-ZA" dirty="0" err="1"/>
              <a:t>Indian_Asian</a:t>
            </a:r>
            <a:r>
              <a:rPr lang="en-ZA" dirty="0"/>
              <a:t> (</a:t>
            </a:r>
            <a:r>
              <a:rPr lang="en-ZA"/>
              <a:t>15.8%), while </a:t>
            </a:r>
            <a:r>
              <a:rPr lang="en-ZA" dirty="0"/>
              <a:t>the White Race has a low (12.9%) viewership</a:t>
            </a:r>
          </a:p>
          <a:p>
            <a:r>
              <a:rPr lang="en-ZA" dirty="0"/>
              <a:t>The None category did not provide information about their Race, so it is not possible to classify them</a:t>
            </a:r>
          </a:p>
          <a:p>
            <a:r>
              <a:rPr lang="en-ZA" dirty="0"/>
              <a:t>While the Other Race category maybe they do not fall within the specified categories</a:t>
            </a:r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FBEF8-A8D8-6956-0D18-0E1C9D84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0" y="1795270"/>
            <a:ext cx="5923621" cy="306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0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C62CD-48EC-74FF-8374-AF6BBB98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07EF-CDAE-D6E6-E38D-405BAD57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E5A7D-73FD-D3FC-909B-270978944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716695"/>
            <a:ext cx="5912797" cy="4351338"/>
          </a:xfrm>
        </p:spPr>
        <p:txBody>
          <a:bodyPr/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Gauteng has the largest number of TV views (3654), followed by Western Cape (1845), and KwaZulu Natal (1001).</a:t>
            </a:r>
          </a:p>
          <a:p>
            <a:r>
              <a:rPr lang="en-ZA" dirty="0"/>
              <a:t>Free State (292) and Northern Cape (230) have lower number of views.</a:t>
            </a:r>
          </a:p>
          <a:p>
            <a:r>
              <a:rPr lang="en-ZA" dirty="0"/>
              <a:t>The None category did not specify their exact province location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95472D-8AF1-8BE9-6705-6EB03A9F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3" y="1785707"/>
            <a:ext cx="6065195" cy="393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9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9886-1699-B1E5-07F5-2C3E406D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A4C0-3EC1-44E9-FA76-C28A8FA98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ZA" dirty="0"/>
              <a:t>Show content with high number of viewers such as: </a:t>
            </a:r>
            <a:r>
              <a:rPr lang="en-ZA" dirty="0" err="1"/>
              <a:t>Supersport</a:t>
            </a:r>
            <a:r>
              <a:rPr lang="en-ZA" dirty="0"/>
              <a:t> Live Events, ICC Cricket World Cup 2011, Channel 0 and Trace TV, to attract more youth and teen viewers on days with low TV consumption (e.g. Monday), to increase viewership.</a:t>
            </a:r>
          </a:p>
          <a:p>
            <a:r>
              <a:rPr lang="en-ZA" dirty="0"/>
              <a:t>Grow the number of female viewers by showing content that appeals to females e.g. </a:t>
            </a:r>
            <a:r>
              <a:rPr lang="en-ZA" dirty="0" err="1"/>
              <a:t>E!Entertainment</a:t>
            </a:r>
            <a:r>
              <a:rPr lang="en-ZA" dirty="0"/>
              <a:t> and African Magic.</a:t>
            </a:r>
          </a:p>
          <a:p>
            <a:r>
              <a:rPr lang="en-ZA" dirty="0"/>
              <a:t>Focus on growing viewership in provinces like the Northern Cape and Free State through location specific promotions.</a:t>
            </a:r>
          </a:p>
          <a:p>
            <a:r>
              <a:rPr lang="en-ZA" dirty="0"/>
              <a:t>Show more shows that can attract white viewers, maybe Afrikaans language content.</a:t>
            </a:r>
          </a:p>
          <a:p>
            <a:r>
              <a:rPr lang="en-ZA" dirty="0"/>
              <a:t>In the afternoon focus on kids friendly content such as Cartoon Network and Boomerang, to increase the number of kids viewers.</a:t>
            </a:r>
          </a:p>
          <a:p>
            <a:r>
              <a:rPr lang="en-ZA" dirty="0"/>
              <a:t>Do not neglect your most loyal viewers including provinces with high views, the youth and adults, the black race and Friday- the highest TV consumption day. 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64869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4A06C-1C74-D32D-BDD4-AE5023C3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18F88BDA-5B1E-0E4B-E5BC-30E2F66F9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Questions">
            <a:extLst>
              <a:ext uri="{FF2B5EF4-FFF2-40B4-BE49-F238E27FC236}">
                <a16:creationId xmlns:a16="http://schemas.microsoft.com/office/drawing/2014/main" id="{8B9BB731-CC46-4120-9E84-7BF1258C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32D9B9-6A10-2267-CC54-38F178EA10BE}"/>
              </a:ext>
            </a:extLst>
          </p:cNvPr>
          <p:cNvSpPr txBox="1"/>
          <p:nvPr/>
        </p:nvSpPr>
        <p:spPr>
          <a:xfrm>
            <a:off x="1746422" y="181232"/>
            <a:ext cx="565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Contact: </a:t>
            </a:r>
            <a:r>
              <a:rPr lang="en-ZA" dirty="0">
                <a:hlinkClick r:id="rId3"/>
              </a:rPr>
              <a:t>ndivhuwonetshiendeulu@gmail.com</a:t>
            </a:r>
            <a:endParaRPr lang="en-ZA" dirty="0"/>
          </a:p>
          <a:p>
            <a:r>
              <a:rPr lang="en-ZA" dirty="0"/>
              <a:t>Tel: 0797315743</a:t>
            </a:r>
          </a:p>
        </p:txBody>
      </p:sp>
    </p:spTree>
    <p:extLst>
      <p:ext uri="{BB962C8B-B14F-4D97-AF65-F5344CB8AC3E}">
        <p14:creationId xmlns:p14="http://schemas.microsoft.com/office/powerpoint/2010/main" val="379553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207</TotalTime>
  <Words>709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BRIGHT TV VIEWERSHIP ANALYTICS</vt:lpstr>
      <vt:lpstr>Contents</vt:lpstr>
      <vt:lpstr>Introduction</vt:lpstr>
      <vt:lpstr>Data Systems</vt:lpstr>
      <vt:lpstr>Analysis</vt:lpstr>
      <vt:lpstr>Analysis</vt:lpstr>
      <vt:lpstr>Analysis</vt:lpstr>
      <vt:lpstr>Analysis</vt:lpstr>
      <vt:lpstr>Analysis</vt:lpstr>
      <vt:lpstr>Recommendations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Netshiendeulu Ndivhuwo</dc:creator>
  <cp:lastModifiedBy>Netshiendeulu Ndivhuwo</cp:lastModifiedBy>
  <cp:revision>1</cp:revision>
  <dcterms:created xsi:type="dcterms:W3CDTF">2026-04-18T13:45:43Z</dcterms:created>
  <dcterms:modified xsi:type="dcterms:W3CDTF">2026-04-24T17:41:06Z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2c5201-1ce7-41e2-bc35-8f8dc05aa09a_Enabled">
    <vt:lpwstr>true</vt:lpwstr>
  </property>
  <property fmtid="{D5CDD505-2E9C-101B-9397-08002B2CF9AE}" pid="3" name="MSIP_Label_382c5201-1ce7-41e2-bc35-8f8dc05aa09a_SetDate">
    <vt:lpwstr>2026-04-18T16:14:40Z</vt:lpwstr>
  </property>
  <property fmtid="{D5CDD505-2E9C-101B-9397-08002B2CF9AE}" pid="4" name="MSIP_Label_382c5201-1ce7-41e2-bc35-8f8dc05aa09a_Method">
    <vt:lpwstr>Standard</vt:lpwstr>
  </property>
  <property fmtid="{D5CDD505-2E9C-101B-9397-08002B2CF9AE}" pid="5" name="MSIP_Label_382c5201-1ce7-41e2-bc35-8f8dc05aa09a_Name">
    <vt:lpwstr>DWS General - Public</vt:lpwstr>
  </property>
  <property fmtid="{D5CDD505-2E9C-101B-9397-08002B2CF9AE}" pid="6" name="MSIP_Label_382c5201-1ce7-41e2-bc35-8f8dc05aa09a_SiteId">
    <vt:lpwstr>c0491358-a254-4466-ab3d-ff428faeea29</vt:lpwstr>
  </property>
  <property fmtid="{D5CDD505-2E9C-101B-9397-08002B2CF9AE}" pid="7" name="MSIP_Label_382c5201-1ce7-41e2-bc35-8f8dc05aa09a_ActionId">
    <vt:lpwstr>12c60cc7-7692-478c-b43d-2e24a72c6a7f</vt:lpwstr>
  </property>
  <property fmtid="{D5CDD505-2E9C-101B-9397-08002B2CF9AE}" pid="8" name="MSIP_Label_382c5201-1ce7-41e2-bc35-8f8dc05aa09a_ContentBits">
    <vt:lpwstr>0</vt:lpwstr>
  </property>
  <property fmtid="{D5CDD505-2E9C-101B-9397-08002B2CF9AE}" pid="9" name="MSIP_Label_382c5201-1ce7-41e2-bc35-8f8dc05aa09a_Tag">
    <vt:lpwstr>10, 3, 0, 1</vt:lpwstr>
  </property>
</Properties>
</file>